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  <p:sldMasterId id="2147483648" r:id="rId5"/>
    <p:sldMasterId id="2147483658" r:id="rId6"/>
    <p:sldMasterId id="2147483673" r:id="rId7"/>
    <p:sldMasterId id="2147483680" r:id="rId8"/>
    <p:sldMasterId id="2147483686" r:id="rId9"/>
  </p:sldMasterIdLst>
  <p:notesMasterIdLst>
    <p:notesMasterId r:id="rId15"/>
  </p:notesMasterIdLst>
  <p:handoutMasterIdLst>
    <p:handoutMasterId r:id="rId16"/>
  </p:handoutMasterIdLst>
  <p:sldIdLst>
    <p:sldId id="2561" r:id="rId10"/>
    <p:sldId id="260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AB2F92-7B01-3F38-DA6C-BD6622DA9C48}" name="MARTOU Véronique" initials="MV" userId="S::veronique.martou@eurocontrol.int::bac5d3b0-bbc9-4a7b-a99c-d01154fb3ee3" providerId="AD"/>
  <p188:author id="{ED8CAACD-C4C3-3EF3-B59E-99B9260C4699}" name="CAPPELLAZZO Valerio" initials="CV" userId="S::valerio.cappellazzo@eurocontrol.int::aaca989f-6bf1-47b7-a0e1-44fad26a30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990EA"/>
    <a:srgbClr val="0D3D6E"/>
    <a:srgbClr val="003266"/>
    <a:srgbClr val="EBEBEB"/>
    <a:srgbClr val="E6E6E6"/>
    <a:srgbClr val="EFEFEF"/>
    <a:srgbClr val="F8F8F8"/>
    <a:srgbClr val="FA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BD9DB-93CC-4EAE-A5D7-C97146FCA8CE}" v="49" dt="2025-09-04T11:39:26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0EFEAC-62F2-0D0D-192F-015DE17D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DD28B-5E04-251F-9B15-502BF4B6AF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B4D20-705F-0648-B8AF-3B3DED14DB2E}" type="datetimeFigureOut">
              <a:rPr lang="en-BE" smtClean="0"/>
              <a:t>08/25/2026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67F80-9EF5-6BF1-C6FC-AA190A1ECC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076DD-5E72-A813-AF39-E0D13188A6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DE010-69C8-A840-AE5B-9B39A3912A0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52911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999B9-7757-9346-98A0-B9FC7AC9715F}" type="datetimeFigureOut">
              <a:rPr lang="en-BE" smtClean="0"/>
              <a:t>08/25/2026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67E3F-B5B6-F84C-83C2-C4235BA0155F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45612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8FC5D-21C6-430A-A641-5954C2B1F1C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940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90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2220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1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583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7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662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2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422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3482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6786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996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0368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701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009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1977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06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B0F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29041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35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78722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61821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2034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014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9452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1517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49212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21035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6229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B0F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3885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21D0F0-6684-55E6-641A-BFC21D620BF5}"/>
              </a:ext>
            </a:extLst>
          </p:cNvPr>
          <p:cNvSpPr/>
          <p:nvPr userDrawn="1"/>
        </p:nvSpPr>
        <p:spPr>
          <a:xfrm>
            <a:off x="-1" y="0"/>
            <a:ext cx="12192001" cy="6874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/>
              <a:t>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D1348-E7A8-CF70-5BB2-3C6A85CEA3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59668" y="856743"/>
            <a:ext cx="5865711" cy="238760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D3A-C864-D5F7-A972-C5947DD2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669" y="3336418"/>
            <a:ext cx="5865711" cy="79266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2990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E3502E5-0A00-509E-6ACF-A8E942FFA31F}"/>
              </a:ext>
            </a:extLst>
          </p:cNvPr>
          <p:cNvSpPr/>
          <p:nvPr userDrawn="1"/>
        </p:nvSpPr>
        <p:spPr>
          <a:xfrm>
            <a:off x="-1" y="1"/>
            <a:ext cx="7814133" cy="6874551"/>
          </a:xfrm>
          <a:custGeom>
            <a:avLst/>
            <a:gdLst>
              <a:gd name="connsiteX0" fmla="*/ 7123176 w 7123176"/>
              <a:gd name="connsiteY0" fmla="*/ 0 h 6949440"/>
              <a:gd name="connsiteX1" fmla="*/ 310896 w 7123176"/>
              <a:gd name="connsiteY1" fmla="*/ 694944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949440"/>
              <a:gd name="connsiteX1" fmla="*/ 979671 w 7123176"/>
              <a:gd name="connsiteY1" fmla="*/ 6261280 h 6949440"/>
              <a:gd name="connsiteX2" fmla="*/ 0 w 7123176"/>
              <a:gd name="connsiteY2" fmla="*/ 6949440 h 6949440"/>
              <a:gd name="connsiteX3" fmla="*/ 0 w 7123176"/>
              <a:gd name="connsiteY3" fmla="*/ 0 h 6949440"/>
              <a:gd name="connsiteX4" fmla="*/ 82296 w 7123176"/>
              <a:gd name="connsiteY4" fmla="*/ 0 h 6949440"/>
              <a:gd name="connsiteX5" fmla="*/ 7123176 w 7123176"/>
              <a:gd name="connsiteY5" fmla="*/ 0 h 6949440"/>
              <a:gd name="connsiteX0" fmla="*/ 7123176 w 7123176"/>
              <a:gd name="connsiteY0" fmla="*/ 0 h 6261280"/>
              <a:gd name="connsiteX1" fmla="*/ 979671 w 7123176"/>
              <a:gd name="connsiteY1" fmla="*/ 6261280 h 6261280"/>
              <a:gd name="connsiteX2" fmla="*/ 0 w 7123176"/>
              <a:gd name="connsiteY2" fmla="*/ 6261280 h 6261280"/>
              <a:gd name="connsiteX3" fmla="*/ 0 w 7123176"/>
              <a:gd name="connsiteY3" fmla="*/ 0 h 6261280"/>
              <a:gd name="connsiteX4" fmla="*/ 82296 w 7123176"/>
              <a:gd name="connsiteY4" fmla="*/ 0 h 6261280"/>
              <a:gd name="connsiteX5" fmla="*/ 7123176 w 7123176"/>
              <a:gd name="connsiteY5" fmla="*/ 0 h 6261280"/>
              <a:gd name="connsiteX0" fmla="*/ 7123176 w 7123176"/>
              <a:gd name="connsiteY0" fmla="*/ 0 h 6265587"/>
              <a:gd name="connsiteX1" fmla="*/ 979671 w 7123176"/>
              <a:gd name="connsiteY1" fmla="*/ 6261280 h 6265587"/>
              <a:gd name="connsiteX2" fmla="*/ 0 w 7123176"/>
              <a:gd name="connsiteY2" fmla="*/ 6261280 h 6265587"/>
              <a:gd name="connsiteX3" fmla="*/ 0 w 7123176"/>
              <a:gd name="connsiteY3" fmla="*/ 0 h 6265587"/>
              <a:gd name="connsiteX4" fmla="*/ 82296 w 7123176"/>
              <a:gd name="connsiteY4" fmla="*/ 0 h 6265587"/>
              <a:gd name="connsiteX5" fmla="*/ 7123176 w 7123176"/>
              <a:gd name="connsiteY5" fmla="*/ 0 h 6265587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6128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  <a:gd name="connsiteX0" fmla="*/ 7123176 w 7123176"/>
              <a:gd name="connsiteY0" fmla="*/ 0 h 6293133"/>
              <a:gd name="connsiteX1" fmla="*/ 950593 w 7123176"/>
              <a:gd name="connsiteY1" fmla="*/ 6280708 h 6293133"/>
              <a:gd name="connsiteX2" fmla="*/ 0 w 7123176"/>
              <a:gd name="connsiteY2" fmla="*/ 6290422 h 6293133"/>
              <a:gd name="connsiteX3" fmla="*/ 0 w 7123176"/>
              <a:gd name="connsiteY3" fmla="*/ 0 h 6293133"/>
              <a:gd name="connsiteX4" fmla="*/ 82296 w 7123176"/>
              <a:gd name="connsiteY4" fmla="*/ 0 h 6293133"/>
              <a:gd name="connsiteX5" fmla="*/ 7123176 w 7123176"/>
              <a:gd name="connsiteY5" fmla="*/ 0 h 6293133"/>
              <a:gd name="connsiteX0" fmla="*/ 7123176 w 7123176"/>
              <a:gd name="connsiteY0" fmla="*/ 0 h 6280708"/>
              <a:gd name="connsiteX1" fmla="*/ 950593 w 7123176"/>
              <a:gd name="connsiteY1" fmla="*/ 6280708 h 6280708"/>
              <a:gd name="connsiteX2" fmla="*/ 0 w 7123176"/>
              <a:gd name="connsiteY2" fmla="*/ 6274560 h 6280708"/>
              <a:gd name="connsiteX3" fmla="*/ 0 w 7123176"/>
              <a:gd name="connsiteY3" fmla="*/ 0 h 6280708"/>
              <a:gd name="connsiteX4" fmla="*/ 82296 w 7123176"/>
              <a:gd name="connsiteY4" fmla="*/ 0 h 6280708"/>
              <a:gd name="connsiteX5" fmla="*/ 7123176 w 7123176"/>
              <a:gd name="connsiteY5" fmla="*/ 0 h 6280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23176" h="6280708">
                <a:moveTo>
                  <a:pt x="7123176" y="0"/>
                </a:moveTo>
                <a:lnTo>
                  <a:pt x="950593" y="6280708"/>
                </a:lnTo>
                <a:lnTo>
                  <a:pt x="0" y="6274560"/>
                </a:lnTo>
                <a:lnTo>
                  <a:pt x="0" y="0"/>
                </a:lnTo>
                <a:lnTo>
                  <a:pt x="82296" y="0"/>
                </a:lnTo>
                <a:lnTo>
                  <a:pt x="7123176" y="0"/>
                </a:lnTo>
                <a:close/>
              </a:path>
            </a:pathLst>
          </a:custGeom>
          <a:solidFill>
            <a:srgbClr val="0132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8" name="Picture 7" descr="A logo on a black background&#10;&#10;Description automatically generated">
            <a:extLst>
              <a:ext uri="{FF2B5EF4-FFF2-40B4-BE49-F238E27FC236}">
                <a16:creationId xmlns:a16="http://schemas.microsoft.com/office/drawing/2014/main" id="{464B43B6-5307-EA12-18EA-2B295563B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91" y="412253"/>
            <a:ext cx="2735261" cy="1526275"/>
          </a:xfrm>
          <a:prstGeom prst="rect">
            <a:avLst/>
          </a:prstGeom>
        </p:spPr>
      </p:pic>
      <p:pic>
        <p:nvPicPr>
          <p:cNvPr id="9" name="Picture 8" descr="A logo with colorful letters and a star&#10;&#10;Description automatically generated">
            <a:extLst>
              <a:ext uri="{FF2B5EF4-FFF2-40B4-BE49-F238E27FC236}">
                <a16:creationId xmlns:a16="http://schemas.microsoft.com/office/drawing/2014/main" id="{692A0F4B-5EA4-2A80-244A-6AABC745CD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338" y="5765256"/>
            <a:ext cx="4315632" cy="7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881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FC87-3AE3-44F0-6161-9D37620F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7A23-35CC-F2D3-B1D1-3157443E7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616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E892-6F7E-F030-2E74-B941A65F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BA61-AA92-92BC-2D64-3960E2EB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807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DFF0D-3453-8A2F-8E74-15867D10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524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5465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C536-3E01-06BD-0B95-802B1D0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34165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154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64E3-F172-ECEB-1D89-62094A34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B9B16-7479-05ED-689A-0B7257399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36029"/>
            <a:ext cx="5768591" cy="53250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EEF9-A407-43E0-94EF-F6451363C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2990E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06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D612D-E5CF-B376-4299-2350DC9FEA2A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CB8BC9C-A12F-D5C0-C7B5-EDAC6584B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51610-5FD5-32C4-ED04-EE9D1D6F86DF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9119E4-772C-88F1-2CC5-E9057E42E3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8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B3410A-ADFE-ADA8-0F19-5215FFEDAA0C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5EB1D80-E5F9-67D9-C261-CC5269A26B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8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51610-5FD5-32C4-ED04-EE9D1D6F86DF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D9119E4-772C-88F1-2CC5-E9057E42E3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5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2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B3410A-ADFE-ADA8-0F19-5215FFEDAA0C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5EB1D80-E5F9-67D9-C261-CC5269A26B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4969-7088-84A5-E826-453A1CFE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07" y="333595"/>
            <a:ext cx="10515600" cy="1242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31E8-2A1E-30CE-2304-5BB44DB1B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07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D612D-E5CF-B376-4299-2350DC9FEA2A}"/>
              </a:ext>
            </a:extLst>
          </p:cNvPr>
          <p:cNvSpPr/>
          <p:nvPr userDrawn="1"/>
        </p:nvSpPr>
        <p:spPr>
          <a:xfrm>
            <a:off x="10726335" y="5363835"/>
            <a:ext cx="1465665" cy="1494165"/>
          </a:xfrm>
          <a:custGeom>
            <a:avLst/>
            <a:gdLst>
              <a:gd name="connsiteX0" fmla="*/ 0 w 1475190"/>
              <a:gd name="connsiteY0" fmla="*/ 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4" fmla="*/ 0 w 1475190"/>
              <a:gd name="connsiteY4" fmla="*/ 0 h 1490990"/>
              <a:gd name="connsiteX0" fmla="*/ 0 w 1475190"/>
              <a:gd name="connsiteY0" fmla="*/ 1490990 h 1490990"/>
              <a:gd name="connsiteX1" fmla="*/ 1475190 w 1475190"/>
              <a:gd name="connsiteY1" fmla="*/ 0 h 1490990"/>
              <a:gd name="connsiteX2" fmla="*/ 1475190 w 1475190"/>
              <a:gd name="connsiteY2" fmla="*/ 1490990 h 1490990"/>
              <a:gd name="connsiteX3" fmla="*/ 0 w 1475190"/>
              <a:gd name="connsiteY3" fmla="*/ 1490990 h 1490990"/>
              <a:gd name="connsiteX0" fmla="*/ 0 w 1465665"/>
              <a:gd name="connsiteY0" fmla="*/ 1494165 h 1494165"/>
              <a:gd name="connsiteX1" fmla="*/ 1465665 w 1465665"/>
              <a:gd name="connsiteY1" fmla="*/ 0 h 1494165"/>
              <a:gd name="connsiteX2" fmla="*/ 1465665 w 1465665"/>
              <a:gd name="connsiteY2" fmla="*/ 1490990 h 1494165"/>
              <a:gd name="connsiteX3" fmla="*/ 0 w 1465665"/>
              <a:gd name="connsiteY3" fmla="*/ 1494165 h 149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65" h="1494165">
                <a:moveTo>
                  <a:pt x="0" y="1494165"/>
                </a:moveTo>
                <a:lnTo>
                  <a:pt x="1465665" y="0"/>
                </a:lnTo>
                <a:lnTo>
                  <a:pt x="1465665" y="1490990"/>
                </a:lnTo>
                <a:lnTo>
                  <a:pt x="0" y="1494165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CB8BC9C-A12F-D5C0-C7B5-EDAC6584B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91893" y="6176963"/>
            <a:ext cx="522600" cy="52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4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B0F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48ACA2-77AF-1827-064B-6BED225642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A1B70D7-9862-FE48-58FC-D91910486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19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7895-669E-A7F1-7510-49B57893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1C772-EDBC-6372-59C3-525E7555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534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D2B6-5833-83F5-BAD5-A4C04563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75A2-0D65-4400-2487-6906558AC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9518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CAC2-E3E7-7F1B-6821-87D56363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6A22-D4F8-321F-B92B-409DEC04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6081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DB96-F3A5-D0E0-0DBA-402916772A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E" sz="4400"/>
              <a:t>Thank you!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AA007DD-9B8A-9604-F828-E5EF572E6820}"/>
              </a:ext>
            </a:extLst>
          </p:cNvPr>
          <p:cNvSpPr txBox="1">
            <a:spLocks/>
          </p:cNvSpPr>
          <p:nvPr/>
        </p:nvSpPr>
        <p:spPr>
          <a:xfrm>
            <a:off x="5687625" y="3429000"/>
            <a:ext cx="5865711" cy="7926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  <a:defRPr sz="2400" kern="1200">
                <a:solidFill>
                  <a:srgbClr val="2990E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F0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F0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F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F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f</a:t>
            </a:r>
            <a:r>
              <a:rPr lang="en-BE"/>
              <a:t>irst</a:t>
            </a:r>
            <a:r>
              <a:rPr lang="en-GB" err="1"/>
              <a:t>nam</a:t>
            </a:r>
            <a:r>
              <a:rPr lang="en-BE"/>
              <a:t>e.name@eurocontrol.int</a:t>
            </a:r>
          </a:p>
          <a:p>
            <a:r>
              <a:rPr lang="en-BE"/>
              <a:t>www.euroc</a:t>
            </a:r>
            <a:r>
              <a:rPr lang="en-GB"/>
              <a:t>o</a:t>
            </a:r>
            <a:r>
              <a:rPr lang="en-BE"/>
              <a:t>ntrol.int</a:t>
            </a:r>
          </a:p>
        </p:txBody>
      </p:sp>
    </p:spTree>
    <p:extLst>
      <p:ext uri="{BB962C8B-B14F-4D97-AF65-F5344CB8AC3E}">
        <p14:creationId xmlns:p14="http://schemas.microsoft.com/office/powerpoint/2010/main" val="67427647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B61D0021-C8D6-4A47-9756-1AC2716BF8BE}"/>
    </a:ext>
  </a:extLst>
</a:theme>
</file>

<file path=ppt/theme/theme2.xml><?xml version="1.0" encoding="utf-8"?>
<a:theme xmlns:a="http://schemas.openxmlformats.org/drawingml/2006/main" name="Office Theme">
  <a:themeElements>
    <a:clrScheme name="CORPORAT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1A3565"/>
      </a:accent1>
      <a:accent2>
        <a:srgbClr val="009CD7"/>
      </a:accent2>
      <a:accent3>
        <a:srgbClr val="8BB53A"/>
      </a:accent3>
      <a:accent4>
        <a:srgbClr val="FF2600"/>
      </a:accent4>
      <a:accent5>
        <a:srgbClr val="FF9500"/>
      </a:accent5>
      <a:accent6>
        <a:srgbClr val="FFC200"/>
      </a:accent6>
      <a:hlink>
        <a:srgbClr val="DB00A9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DC488F61-DB91-4C1E-8F50-49BBBF7F7FB6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59FA8B14-B6E4-4EA8-85F1-4DBAB567FB47}"/>
    </a:ext>
  </a:extLst>
</a:theme>
</file>

<file path=ppt/theme/theme4.xml><?xml version="1.0" encoding="utf-8"?>
<a:theme xmlns:a="http://schemas.openxmlformats.org/drawingml/2006/main" name="3_Office Theme">
  <a:themeElements>
    <a:clrScheme name="CORPORAT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1A3565"/>
      </a:accent1>
      <a:accent2>
        <a:srgbClr val="009CD7"/>
      </a:accent2>
      <a:accent3>
        <a:srgbClr val="8BB53A"/>
      </a:accent3>
      <a:accent4>
        <a:srgbClr val="FF2600"/>
      </a:accent4>
      <a:accent5>
        <a:srgbClr val="FF9500"/>
      </a:accent5>
      <a:accent6>
        <a:srgbClr val="FFC200"/>
      </a:accent6>
      <a:hlink>
        <a:srgbClr val="DB00A9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0869B9FE-7F9F-47FC-9E30-7743DFED470F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225F0C29-42B8-4D78-BC33-32C7E81933F5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ency template 2024" id="{3E0EBF53-490A-40A9-8B8B-385B93444377}" vid="{49078001-7B3B-4973-9E23-7FB3B4A8DBB5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CDocOwner xmlns="4d475fc6-566e-42cf-b398-8efb44d73ac7">
      <UserInfo>
        <DisplayName>PASQUINI Lucia</DisplayName>
        <AccountId>191</AccountId>
        <AccountType/>
      </UserInfo>
    </ECDocOwner>
    <ECLanguage xmlns="4d475fc6-566e-42cf-b398-8efb44d73ac7">English</ECLanguage>
    <ECDocumentType xmlns="4d475fc6-566e-42cf-b398-8efb44d73ac7">Document</ECDocumentType>
    <lcf76f155ced4ddcb4097134ff3c332f xmlns="84f19ed6-bc38-43f5-b20b-5afa09cb8ec7">
      <Terms xmlns="http://schemas.microsoft.com/office/infopath/2007/PartnerControls"/>
    </lcf76f155ced4ddcb4097134ff3c332f>
    <ECBusinessAreaNote xmlns="4d475fc6-566e-42cf-b398-8efb44d73ac7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Communications</TermName>
          <TermId xmlns="http://schemas.microsoft.com/office/infopath/2007/PartnerControls">6c843ef0-6bc6-4aa4-acd8-4d1d2bf0ef0a</TermId>
        </TermInfo>
      </Terms>
    </ECBusinessAreaNote>
    <Modifiedby xmlns="84f19ed6-bc38-43f5-b20b-5afa09cb8ec7">
      <UserInfo>
        <DisplayName/>
        <AccountId xsi:nil="true"/>
        <AccountType/>
      </UserInfo>
    </Modifiedby>
    <TaxCatchAll xmlns="4d475fc6-566e-42cf-b398-8efb44d73ac7">
      <Value>404</Value>
      <Value>16</Value>
    </TaxCatchAll>
    <TaxCatchAllLabel xmlns="4d475fc6-566e-42cf-b398-8efb44d73ac7" xsi:nil="true"/>
    <ECKeywordsNote xmlns="4d475fc6-566e-42cf-b398-8efb44d73ac7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template</TermName>
          <TermId xmlns="http://schemas.microsoft.com/office/infopath/2007/PartnerControls">a56de906-8def-4668-842e-deaef96688ed</TermId>
        </TermInfo>
      </Terms>
    </ECKeywordsNote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ECDocument" ma:contentTypeID="0x010100CEFBA9774AC9B7469FBCCFCC8580DDA400E4B157B1C699764E8891FBB217837A00" ma:contentTypeVersion="32" ma:contentTypeDescription="Eurocontrol Document" ma:contentTypeScope="" ma:versionID="08a40e3a9214fbcd45da2c4f8158bf53">
  <xsd:schema xmlns:xsd="http://www.w3.org/2001/XMLSchema" xmlns:xs="http://www.w3.org/2001/XMLSchema" xmlns:p="http://schemas.microsoft.com/office/2006/metadata/properties" xmlns:ns2="4d475fc6-566e-42cf-b398-8efb44d73ac7" xmlns:ns3="84f19ed6-bc38-43f5-b20b-5afa09cb8ec7" targetNamespace="http://schemas.microsoft.com/office/2006/metadata/properties" ma:root="true" ma:fieldsID="2578a68297ac1e6d6de1d2fb029e722d" ns2:_="" ns3:_="">
    <xsd:import namespace="4d475fc6-566e-42cf-b398-8efb44d73ac7"/>
    <xsd:import namespace="84f19ed6-bc38-43f5-b20b-5afa09cb8ec7"/>
    <xsd:element name="properties">
      <xsd:complexType>
        <xsd:sequence>
          <xsd:element name="documentManagement">
            <xsd:complexType>
              <xsd:all>
                <xsd:element ref="ns2:ECDocOwner" minOccurs="0"/>
                <xsd:element ref="ns2:TaxCatchAll" minOccurs="0"/>
                <xsd:element ref="ns2:ECLanguage" minOccurs="0"/>
                <xsd:element ref="ns2:ECDocumentType"/>
                <xsd:element ref="ns2:ECBusinessAreaNote" minOccurs="0"/>
                <xsd:element ref="ns2:ECKeywordsNote" minOccurs="0"/>
                <xsd:element ref="ns2:TaxCatchAllLabel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odifiedb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75fc6-566e-42cf-b398-8efb44d73ac7" elementFormDefault="qualified">
    <xsd:import namespace="http://schemas.microsoft.com/office/2006/documentManagement/types"/>
    <xsd:import namespace="http://schemas.microsoft.com/office/infopath/2007/PartnerControls"/>
    <xsd:element name="ECDocOwner" ma:index="1" nillable="true" ma:displayName="Doc Owner" ma:SharePointGroup="0" ma:internalName="ECDoc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4" nillable="true" ma:displayName="Taxonomy Catch All Column" ma:hidden="true" ma:list="{fe82e88d-9f68-4bdd-8c25-2446d1f15610}" ma:internalName="TaxCatchAll" ma:readOnly="false" ma:showField="CatchAllData" ma:web="4d475fc6-566e-42cf-b398-8efb44d73a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CLanguage" ma:index="5" nillable="true" ma:displayName="Language" ma:default="English" ma:format="Dropdown" ma:internalName="ECLanguage" ma:readOnly="false">
      <xsd:simpleType>
        <xsd:union memberTypes="dms:Text">
          <xsd:simpleType>
            <xsd:restriction base="dms:Choice">
              <xsd:enumeration value="English"/>
              <xsd:enumeration value="French"/>
              <xsd:enumeration value="French/English"/>
            </xsd:restriction>
          </xsd:simpleType>
        </xsd:union>
      </xsd:simpleType>
    </xsd:element>
    <xsd:element name="ECDocumentType" ma:index="6" ma:displayName="Document Type" ma:default="Document" ma:format="Dropdown" ma:internalName="ECDocumentType">
      <xsd:simpleType>
        <xsd:union memberTypes="dms:Text">
          <xsd:simpleType>
            <xsd:restriction base="dms:Choice">
              <xsd:enumeration value="Rules"/>
              <xsd:enumeration value="Forms"/>
              <xsd:enumeration value="Useful information"/>
              <xsd:enumeration value="Document"/>
            </xsd:restriction>
          </xsd:simpleType>
        </xsd:union>
      </xsd:simpleType>
    </xsd:element>
    <xsd:element name="ECBusinessAreaNote" ma:index="14" nillable="true" ma:taxonomy="true" ma:internalName="ECBusinessAreaNote" ma:taxonomyFieldName="ECBusinessArea" ma:displayName="Business Area" ma:readOnly="false" ma:fieldId="{37d08d73-368a-4fe6-8110-9b3f430087b2}" ma:taxonomyMulti="true" ma:sspId="6e0a0760-558a-4e73-b010-5bf02b179f8d" ma:termSetId="4241cab0-9df6-4527-ae1a-ca7d81cc8c0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CKeywordsNote" ma:index="15" nillable="true" ma:taxonomy="true" ma:internalName="ECKeywordsNote" ma:taxonomyFieldName="ECKeywords" ma:displayName="Keywords" ma:readOnly="false" ma:default="" ma:fieldId="{bb53811f-f974-4e01-ab03-609581c50749}" ma:taxonomyMulti="true" ma:sspId="6e0a0760-558a-4e73-b010-5bf02b179f8d" ma:termSetId="fabeeec4-ee4d-455c-a697-36a6a30c6bf3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Label" ma:index="16" nillable="true" ma:displayName="Taxonomy Catch All Column1" ma:hidden="true" ma:list="{fe82e88d-9f68-4bdd-8c25-2446d1f15610}" ma:internalName="TaxCatchAllLabel" ma:readOnly="false" ma:showField="CatchAllDataLabel" ma:web="4d475fc6-566e-42cf-b398-8efb44d73a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19ed6-bc38-43f5-b20b-5afa09cb8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e0a0760-558a-4e73-b010-5bf02b179f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odifiedby" ma:index="30" nillable="true" ma:displayName="Modified by" ma:format="Dropdown" ma:indexed="true" ma:list="UserInfo" ma:SharePointGroup="0" ma:internalName="Modifiedb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Content Type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1D2A5E-537D-4E97-A220-BB1846B64E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5401AD-94C8-42C6-8E85-B3FF7CFF4D6F}">
  <ds:schemaRefs>
    <ds:schemaRef ds:uri="4d475fc6-566e-42cf-b398-8efb44d73ac7"/>
    <ds:schemaRef ds:uri="84f19ed6-bc38-43f5-b20b-5afa09cb8ec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744D94-B8E5-4867-936F-3283B14D53E2}">
  <ds:schemaRefs>
    <ds:schemaRef ds:uri="4d475fc6-566e-42cf-b398-8efb44d73ac7"/>
    <ds:schemaRef ds:uri="84f19ed6-bc38-43f5-b20b-5afa09cb8e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d60f3b8-f236-4830-aecc-da0a7fc54679}" enabled="1" method="Standard" siteId="{76f33c20-5979-4408-adf7-8b3c4be95e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Agency template 2024</Template>
  <TotalTime>0</TotalTime>
  <Words>33</Words>
  <Application>Microsoft Office PowerPoint</Application>
  <PresentationFormat>Widescreen</PresentationFormat>
  <Paragraphs>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2_Office Theme</vt:lpstr>
      <vt:lpstr>Office Theme</vt:lpstr>
      <vt:lpstr>1_Office Theme</vt:lpstr>
      <vt:lpstr>3_Office Theme</vt:lpstr>
      <vt:lpstr>4_Office Theme</vt:lpstr>
      <vt:lpstr>5_Office Theme</vt:lpstr>
      <vt:lpstr>PowerPoint Presentation</vt:lpstr>
      <vt:lpstr>Click to add title</vt:lpstr>
      <vt:lpstr>Click to add title</vt:lpstr>
      <vt:lpstr>Click to add title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DALMAU CODINA Ramon</dc:creator>
  <cp:lastModifiedBy>DALMAU CODINA Ramon</cp:lastModifiedBy>
  <cp:revision>1</cp:revision>
  <dcterms:created xsi:type="dcterms:W3CDTF">2026-08-25T09:57:44Z</dcterms:created>
  <dcterms:modified xsi:type="dcterms:W3CDTF">2026-08-25T09:57:58Z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0x010100CEFBA9774AC9B7469FBCCFCC8580DDA400E4B157B1C699764E8891FBB217837A00</vt:lpwstr>
  </property>
  <property fmtid="{D5CDD505-2E9C-101B-9397-08002B2CF9AE}" pid="3" name="MediaServiceImageTags">
    <vt:lpwstr/>
  </property>
  <property fmtid="{D5CDD505-2E9C-101B-9397-08002B2CF9AE}" pid="4" name="ECKeywords">
    <vt:lpwstr>404;#template|a56de906-8def-4668-842e-deaef96688ed</vt:lpwstr>
  </property>
  <property fmtid="{D5CDD505-2E9C-101B-9397-08002B2CF9AE}" pid="5" name="ECBusinessArea">
    <vt:lpwstr>16;#Corporate Communications|6c843ef0-6bc6-4aa4-acd8-4d1d2bf0ef0a</vt:lpwstr>
  </property>
</Properties>
</file>